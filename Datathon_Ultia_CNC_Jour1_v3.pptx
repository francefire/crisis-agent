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oto/Documents/datathon/analysis/figures_v3/hero_wi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0"/>
            <a:ext cx="43735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005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· 2 JOURS · JOUR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Affaire Ultia × CNC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Anatomie d'un déferlement viral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fait réel, transformé en tempête sur X en quatre jours. 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→ Narratif → 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8463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24128" y="499262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35 396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024128" y="55595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063240" y="48463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64408" y="499262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10 437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3264408" y="55595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03520" y="48463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04688" y="49926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mars → 1 mai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504688" y="5559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PROPAGATION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déflagration de 4 jours, portée par le retweet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55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moto/Documents/datathon/analysis/figures_v2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498676"/>
            <a:ext cx="5879592" cy="3140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1783080"/>
            <a:ext cx="4617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6948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 des messages</a:t>
            </a:r>
            <a:endParaRPr lang="en-US" sz="1400" dirty="0"/>
          </a:p>
        </p:txBody>
      </p:sp>
      <p:pic>
        <p:nvPicPr>
          <p:cNvPr id="8" name="Image 1" descr="/home/moto/Documents/datathon/analysis/figures_v3/engagement_do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965960"/>
            <a:ext cx="1874520" cy="1874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69480" y="23317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B2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86 % retweets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 réponses / quotes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1,9 % originaux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086600" y="4251960"/>
            <a:ext cx="2212848" cy="2057400"/>
          </a:xfrm>
          <a:prstGeom prst="roundRect">
            <a:avLst>
              <a:gd name="adj" fmla="val 355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086600" y="4398264"/>
            <a:ext cx="82296" cy="1764792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2" name="Text 8"/>
          <p:cNvSpPr/>
          <p:nvPr/>
        </p:nvSpPr>
        <p:spPr>
          <a:xfrm>
            <a:off x="7324344" y="436168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7 303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324344" y="487375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au pic, le 2026-03-27.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491472" y="4251960"/>
            <a:ext cx="2212848" cy="2057400"/>
          </a:xfrm>
          <a:prstGeom prst="roundRect">
            <a:avLst>
              <a:gd name="adj" fmla="val 355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91472" y="4398264"/>
            <a:ext cx="82296" cy="17647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2"/>
          <p:cNvSpPr/>
          <p:nvPr/>
        </p:nvSpPr>
        <p:spPr>
          <a:xfrm>
            <a:off x="9729216" y="436168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671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9729216" y="487375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originaux (1,9 % du corpus).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ACTEURS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couches : des sources amplifiées, une masse de relais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665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moto/Documents/datathon/analysis/figures_v2/ampl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173877"/>
            <a:ext cx="6291072" cy="3744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190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dont les messages sont le plus retweetés (patient zéro / relais).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635240" y="17830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35240" y="1947672"/>
            <a:ext cx="82296" cy="10424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7891272" y="1929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sources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91272" y="23317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Personnalités politiques, médias &amp; comptes militants (Bellamy, Maréchal, Bastié, ojim_france…) + le CNC lui-même.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35240" y="3264408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35240" y="3429000"/>
            <a:ext cx="82296" cy="10424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7891272" y="3410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relais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891272" y="381304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piétaille de comptes qui retweetent en boucle (~100 messages chacun) pour propulser le narratif.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4745736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35240" y="4910328"/>
            <a:ext cx="82296" cy="104241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7" name="Text 14"/>
          <p:cNvSpPr/>
          <p:nvPr/>
        </p:nvSpPr>
        <p:spPr>
          <a:xfrm>
            <a:off x="7891272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vernis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891272" y="529437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9.1 % de comptes certifiés seulement : l'amplification vient surtout de comptes non vérifiés.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NARRATIFS &amp; SÉMANTIQUE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cadrages, un ton majoritairement négatif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160520" cy="475488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moto/Documents/datathon/analysis/figures_v2/ter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009067"/>
            <a:ext cx="3685032" cy="42114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00600" y="1554480"/>
            <a:ext cx="6903720" cy="9144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00600" y="1673352"/>
            <a:ext cx="82296" cy="67665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8" name="Text 5"/>
          <p:cNvSpPr/>
          <p:nvPr/>
        </p:nvSpPr>
        <p:spPr>
          <a:xfrm>
            <a:off x="5047488" y="164592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L'argent public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47488" y="20116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· fonds · subventions · millions · euros · aides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00600" y="2587752"/>
            <a:ext cx="6903720" cy="9144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706624"/>
            <a:ext cx="82296" cy="6766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5047488" y="267919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camps politiques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47488" y="304495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gauche · extrême · droite · français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00600" y="3621024"/>
            <a:ext cx="6903720" cy="9144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3739896"/>
            <a:ext cx="82296" cy="67665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3"/>
          <p:cNvSpPr/>
          <p:nvPr/>
        </p:nvSpPr>
        <p:spPr>
          <a:xfrm>
            <a:off x="5047488" y="3712464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finance-t-on ?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47488" y="407822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· streameuse · créateurs · cinéma · film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800600" y="4672584"/>
            <a:ext cx="6903720" cy="1691640"/>
          </a:xfrm>
          <a:prstGeom prst="roundRect">
            <a:avLst>
              <a:gd name="adj" fmla="val 4324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9" name="Image 1" descr="/home/moto/Documents/datathon/analysis/figures_v3/sentiment_do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700016"/>
            <a:ext cx="1645920" cy="1645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66560" y="4745736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sentiments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31 % négatif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66 % neutre  ·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 positif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négativité culmine avec le pic de volume.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oto/Documents/datathon/analysis/figures_v3/hero_wi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69680" y="0"/>
            <a:ext cx="33220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COORDINATION &amp; RIPOSTE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Signaux de coordination → un agent IA pour la riposte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3977640" cy="4114800"/>
          </a:xfrm>
          <a:prstGeom prst="roundRect">
            <a:avLst>
              <a:gd name="adj" fmla="val 1839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0848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révèle la coordination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520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copiés-collés jusqu'à 654 fois à l'identique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Rafales synchronisées à la même minute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5 688 comptes ne postent qu'un seul message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9.1 % de comptes certifiés seulement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874520"/>
            <a:ext cx="3977640" cy="4114800"/>
          </a:xfrm>
          <a:prstGeom prst="roundRect">
            <a:avLst>
              <a:gd name="adj" fmla="val 183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20848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Prochaine étape : l'agent « Analyste »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892040" y="25420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+ accès au corpus + mémoire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92040" y="297180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 le corpus (volume, comptes, narratifs)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Résume le narratif dominant d'un échantillon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les signaux de coordination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Réutilisable pour d'autres crises informationnelles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Affaire Ultia x CNC — Jour 1</dc:title>
  <dc:subject>PptxGenJS Presentation</dc:subject>
  <dc:creator>Datathon</dc:creator>
  <cp:lastModifiedBy>Datathon</cp:lastModifiedBy>
  <cp:revision>1</cp:revision>
  <dcterms:created xsi:type="dcterms:W3CDTF">2026-07-02T10:25:17Z</dcterms:created>
  <dcterms:modified xsi:type="dcterms:W3CDTF">2026-07-02T10:25:17Z</dcterms:modified>
</cp:coreProperties>
</file>