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· 2 JOURS · JOUR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Affaire Ultia × CNC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Anatomie d'un déferlement viral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fait réel, transformé en tempête sur X en quatre jours.  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→ Narratif → </a:t>
            </a:r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nous analysons la dynamique.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029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35 396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51560" y="55961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48920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B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5029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10 437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0" y="55961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89204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B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5029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2026-03-19 → 2026-05-01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5596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déflagration de 4 jours, portée par le retweet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0408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moto/Documents/datathon/analysis/figures_v2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325272"/>
            <a:ext cx="6528816" cy="34876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8288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01000" y="1993392"/>
            <a:ext cx="82296" cy="10424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8257032" y="19568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86 %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57032" y="250545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messages sont des retweets — amplification, pas débat.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01000" y="3310128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01000" y="3474720"/>
            <a:ext cx="82296" cy="104241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2" name="Text 9"/>
          <p:cNvSpPr/>
          <p:nvPr/>
        </p:nvSpPr>
        <p:spPr>
          <a:xfrm>
            <a:off x="8257032" y="34381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7 303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257032" y="398678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le 2026-03-27 (jour de pic).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01000" y="4791456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01000" y="4956048"/>
            <a:ext cx="82296" cy="10424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8257032" y="4919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671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257032" y="5468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originaux seulement (1,9 % du corpus).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ACTEURS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couches : des sources amplifiées, une masse de relais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moto/Documents/datathon/analysis/figures_v2/ampl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07623"/>
            <a:ext cx="6254496" cy="37229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190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dont les messages sont le plus retweetés (patient zéro / relais).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35240" y="18288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993392"/>
            <a:ext cx="82296" cy="10424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7891272" y="19751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sources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91272" y="2377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Personnalités politiques, médias &amp; comptes militants (Bellamy, Maréchal, Bastié, ojim_france…) + le CNC lui-même.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35240" y="3310128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35240" y="3474720"/>
            <a:ext cx="82296" cy="10424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7891272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relais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891272" y="385876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piétaille de comptes qui retweetent en boucle (~100 messages chacun) pour propulser le narratif.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4791456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35240" y="4956048"/>
            <a:ext cx="82296" cy="104241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7" name="Text 14"/>
          <p:cNvSpPr/>
          <p:nvPr/>
        </p:nvSpPr>
        <p:spPr>
          <a:xfrm>
            <a:off x="7891272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vernis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891272" y="534009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9.1 % de comptes certifiés seulement : l'amplification vient surtout de comptes non vérifiés.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NARRATIFS &amp; SÉMANTIQUE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cadrages qui s'affrontent, un ton majoritairement négatif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moto/Documents/datathon/analysis/figures_v2/te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63" y="2084832"/>
            <a:ext cx="3472434" cy="39684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2080" y="1828800"/>
            <a:ext cx="644652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0" y="1965960"/>
            <a:ext cx="82296" cy="749808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8" name="Text 5"/>
          <p:cNvSpPr/>
          <p:nvPr/>
        </p:nvSpPr>
        <p:spPr>
          <a:xfrm>
            <a:off x="5468112" y="19476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L'argent public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68112" y="23408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· fonds · subventions · millions · euros · aides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12080" y="2980944"/>
            <a:ext cx="644652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12080" y="3118104"/>
            <a:ext cx="82296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5468112" y="30998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camps politiques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68112" y="34930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gauche · extrême · droite · français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12080" y="4133088"/>
            <a:ext cx="644652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12080" y="4270248"/>
            <a:ext cx="82296" cy="7498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5468112" y="4251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finance-t-on ?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468112" y="46451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· streameuse · créateurs · cinéma · film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12080" y="5330952"/>
            <a:ext cx="1998421" cy="457200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9" name="Shape 16"/>
          <p:cNvSpPr/>
          <p:nvPr/>
        </p:nvSpPr>
        <p:spPr>
          <a:xfrm>
            <a:off x="7210501" y="5330952"/>
            <a:ext cx="4254703" cy="457200"/>
          </a:xfrm>
          <a:prstGeom prst="rect">
            <a:avLst/>
          </a:prstGeom>
          <a:solidFill>
            <a:srgbClr val="3A4468"/>
          </a:solidFill>
          <a:ln/>
        </p:spPr>
      </p:sp>
      <p:sp>
        <p:nvSpPr>
          <p:cNvPr id="20" name="Shape 17"/>
          <p:cNvSpPr/>
          <p:nvPr/>
        </p:nvSpPr>
        <p:spPr>
          <a:xfrm>
            <a:off x="11465204" y="5330952"/>
            <a:ext cx="193396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5833872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 </a:t>
            </a:r>
            <a:pPr indent="0" marL="0">
              <a:buNone/>
            </a:pPr>
            <a:r>
              <a:rPr lang="en-US" sz="13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négatif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66% neutre  ·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positif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COORDINATION &amp; RIPOSTE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signaux de coordination → un agent IA pour outiller la riposte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révèle la coordination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copiés-collés jusqu'à 654 fois à l'identique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Rafales synchronisées à la même minute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5 688 comptes ne postent qu'un seul message (masse de relais)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9.1 % de comptes certifiés seulement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 étape : l'agent « Analyste »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+ outil d'accès au corpus + mémoire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 le corpus (volume, comptes, narratifs)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Résume le narratif dominant d'un échantillon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les signaux de coordination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Réutilisable pour d'autres crises informationnelles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Affaire Ultia x CNC — Jour 1</dc:title>
  <dc:subject>PptxGenJS Presentation</dc:subject>
  <dc:creator>Datathon</dc:creator>
  <cp:lastModifiedBy>Datathon</cp:lastModifiedBy>
  <cp:revision>1</cp:revision>
  <dcterms:created xsi:type="dcterms:W3CDTF">2026-07-02T09:26:30Z</dcterms:created>
  <dcterms:modified xsi:type="dcterms:W3CDTF">2026-07-02T09:26:30Z</dcterms:modified>
</cp:coreProperties>
</file>