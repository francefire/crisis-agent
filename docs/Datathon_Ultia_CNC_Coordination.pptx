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· EST-CE ORCHESTRÉ ? SYNCHRONIES · COPIER-COLLER · CLUSTERS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relais synchronisé et templaté — mais un maillage diffus, pas des cellules isolées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720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moto/Documents/datathon/analysis/figures_coord/bur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438349"/>
            <a:ext cx="6245352" cy="32614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737360"/>
            <a:ext cx="4251960" cy="1115568"/>
          </a:xfrm>
          <a:prstGeom prst="roundRect">
            <a:avLst>
              <a:gd name="adj" fmla="val 655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52360" y="1865376"/>
            <a:ext cx="82296" cy="8595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7690104" y="178308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08392" y="21945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copies de textes identiques sont postées à moins de 60 s d'une autre copie — synchronie (Δ = 60 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2944368"/>
            <a:ext cx="4251960" cy="1115568"/>
          </a:xfrm>
          <a:prstGeom prst="roundRect">
            <a:avLst>
              <a:gd name="adj" fmla="val 655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52360" y="3072384"/>
            <a:ext cx="82296" cy="8595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7690104" y="299008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variantes · 710 msgs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08392" y="34015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communiqué « le CNC a pris connaissance… » relayé en 3 versions templatées (Jaccard 3-grammes ≥ 0,8) — copier-coller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2360" y="4151376"/>
            <a:ext cx="4251960" cy="1115568"/>
          </a:xfrm>
          <a:prstGeom prst="roundRect">
            <a:avLst>
              <a:gd name="adj" fmla="val 655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52360" y="4279392"/>
            <a:ext cx="82296" cy="85953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7" name="Text 14"/>
          <p:cNvSpPr/>
          <p:nvPr/>
        </p:nvSpPr>
        <p:spPr>
          <a:xfrm>
            <a:off x="7690104" y="419709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1 535 comptes · 14,7 %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708392" y="46085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amplificateurs à faible empreinte : message unique + peu de posts + peu d'abonnés — PROXY (aucune date de création)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452360" y="5376672"/>
            <a:ext cx="4251960" cy="1280160"/>
          </a:xfrm>
          <a:prstGeom prst="roundRect">
            <a:avLst>
              <a:gd name="adj" fmla="val 5714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52360" y="5504688"/>
            <a:ext cx="82296" cy="9875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8"/>
          <p:cNvSpPr/>
          <p:nvPr/>
        </p:nvSpPr>
        <p:spPr>
          <a:xfrm>
            <a:off x="7690104" y="5458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Clusters : un maillage, pas des cellules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90104" y="57881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Δ=60 s, 2 824 comptes forment </a:t>
            </a:r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grand composant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(597 communautés Louvain, la plus grande ≈138). En exigeant des co-rafales répétées, il ne reste que des paires : amplification de masse, pas un anneau restreint.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Rafales synchronisées / jour (même texte identique, ≥3 copies en moins de 60 s). Source : agent · outils coordination + coordination_network (vérifiés, 41/41). Signaux compatibles avec une amplification coordonnée — pas une preuve d'automatisation ni d'intention.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Ultia x CNC — Coordination (Jour 2)</dc:title>
  <dc:subject>PptxGenJS Presentation</dc:subject>
  <dc:creator>Datathon</dc:creator>
  <cp:lastModifiedBy>Datathon</cp:lastModifiedBy>
  <cp:revision>1</cp:revision>
  <dcterms:created xsi:type="dcterms:W3CDTF">2026-07-02T14:34:12Z</dcterms:created>
  <dcterms:modified xsi:type="dcterms:W3CDTF">2026-07-02T14:34:12Z</dcterms:modified>
</cp:coreProperties>
</file>