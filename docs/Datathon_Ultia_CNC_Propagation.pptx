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· LA VITESSE — LE CŒUR DE LA DYNAMIQUE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physique du déferlement : 7 h pour exploser, ×2 toutes les 2,8 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6720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moto/Documents/datathon/analysis/figures_prop/velo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438349"/>
            <a:ext cx="6245352" cy="32614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783080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52360" y="1911096"/>
            <a:ext cx="82296" cy="7680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7690104" y="183794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08392" y="22860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montée : allumage 09 h → pic 16 h (26/03)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52360" y="2935224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52360" y="3063240"/>
            <a:ext cx="82296" cy="7680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7690104" y="29900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2 / 2,8 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08392" y="34381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de doublement du volume pendant la montée (+28 %/h)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52360" y="4087368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52360" y="4215384"/>
            <a:ext cx="82296" cy="768096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17" name="Text 14"/>
          <p:cNvSpPr/>
          <p:nvPr/>
        </p:nvSpPr>
        <p:spPr>
          <a:xfrm>
            <a:off x="7690104" y="41422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708392" y="45902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demi-vie : le volume retombe de moitié 7 h après le pic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52360" y="525780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52360" y="5385816"/>
            <a:ext cx="82296" cy="9418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8"/>
          <p:cNvSpPr/>
          <p:nvPr/>
        </p:nvSpPr>
        <p:spPr>
          <a:xfrm>
            <a:off x="7690104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L'audience précède le volume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690104" y="5715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reach culmine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avant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volume : les grosses sources s'allument d'abord, la masse des relais suit.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(violet) et audience/reach (teal) par heure, 25–31 mars. Métriques calculées sur la série horaire (agent · outil timeline, velocity).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Ultia x CNC — Propagation (Jour 2)</dc:title>
  <dc:subject>PptxGenJS Presentation</dc:subject>
  <dc:creator>Datathon</dc:creator>
  <cp:lastModifiedBy>Datathon</cp:lastModifiedBy>
  <cp:revision>1</cp:revision>
  <dcterms:created xsi:type="dcterms:W3CDTF">2026-07-02T13:47:19Z</dcterms:created>
  <dcterms:modified xsi:type="dcterms:W3CDTF">2026-07-02T13:47:19Z</dcterms:modified>
</cp:coreProperties>
</file>