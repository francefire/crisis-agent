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NEXA · JOUR 2 · GÉRER UNE CRISE VIRALE AVEC DES AGENTS 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Ultia </a:t>
            </a:r>
            <a:pPr indent="0" marL="0">
              <a:buNone/>
            </a:pPr>
            <a:r>
              <a:rPr lang="en-US" sz="6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</a:t>
            </a:r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CNC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compréhension de la dynamique à la réponse — automatisée par une chaîne d'agents ancrés dans la donnée.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X mars–avril 2026 · corpus 35 396 messages · analyse neutre de la dynamique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UNE CASCADE D'AMPLIFICATION, PAS UN DÉBAT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4 jours, un sujet de politique culturelle devient un déferlement viral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11096"/>
            <a:ext cx="82296" cy="7680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379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35 396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10 437 comptes (19 mars → 1er mai 2026)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63240"/>
            <a:ext cx="82296" cy="7680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90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86 %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4672" y="343814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retweets (30 368) — seulement 1,9 % de messages originaux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215384"/>
            <a:ext cx="82296" cy="76809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142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7 303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4672" y="459028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au pic du 27 mars — 4 jours de déflagration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5367528"/>
            <a:ext cx="82296" cy="7680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52943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9,1 %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04672" y="57424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comptes vérifiés parmi les plus amplifiés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715000" cy="4370832"/>
          </a:xfrm>
          <a:prstGeom prst="roundRect">
            <a:avLst>
              <a:gd name="adj" fmla="val 167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1929384"/>
            <a:ext cx="82296" cy="40782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199632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montre la donnée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9632" y="25146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est une cascade de relais : une poignée de sources, une masse de comptes qui repartagent à l'identique.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double toutes les ~2,8 h pendant la montée — trop rapide pour une modération manuelle.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cadres narratifs se déplacent dans le temps : l'affaire personnelle d'abord, « l'argent public » ensuite.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majoritairement neutre (66 %), mais la négativité épouse le pic de volume.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Jour 1 — key_figures.json (eda.py). Détail par axe dans les slides suivantes.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 · UNE GRILLE À 5 AXES, CHAQUE CHIFFRE ANCRÉ DANS UN OUTIL VÉRIFIÉ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la dynamique — pour pouvoir y répondre, automatiquement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57984" cy="2286000"/>
          </a:xfrm>
          <a:prstGeom prst="roundRect">
            <a:avLst>
              <a:gd name="adj" fmla="val 339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157984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Acteurs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95728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amplifie ? Sources vs relais, vérifiés, empreinte.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07208" y="1828800"/>
            <a:ext cx="2157984" cy="2286000"/>
          </a:xfrm>
          <a:prstGeom prst="roundRect">
            <a:avLst>
              <a:gd name="adj" fmla="val 339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07208" y="1828800"/>
            <a:ext cx="2157984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008376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8376" y="2395728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cadres ? Argent public · camps · qui est financé.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8376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5776" y="1828800"/>
            <a:ext cx="2157984" cy="2286000"/>
          </a:xfrm>
          <a:prstGeom prst="roundRect">
            <a:avLst>
              <a:gd name="adj" fmla="val 339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65776" y="1828800"/>
            <a:ext cx="2157984" cy="8229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266944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Propagation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66944" y="2395728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vitesse ? Allumage, doublement, demi-vie.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66944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24344" y="1828800"/>
            <a:ext cx="2157984" cy="2286000"/>
          </a:xfrm>
          <a:prstGeom prst="roundRect">
            <a:avLst>
              <a:gd name="adj" fmla="val 339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24344" y="1828800"/>
            <a:ext cx="2157984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525512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25512" y="2395728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orchestré ? Synchronies, copier-coller, clusters.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25512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82912" y="1828800"/>
            <a:ext cx="2157984" cy="2286000"/>
          </a:xfrm>
          <a:prstGeom prst="roundRect">
            <a:avLst>
              <a:gd name="adj" fmla="val 339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82912" y="1828800"/>
            <a:ext cx="2157984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Sémantique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84080" y="2395728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ton ? Mix de sentiment, négativité au pic.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SEMANTIQUE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489704"/>
            <a:ext cx="82296" cy="1261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thèse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672" y="490118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crise virale se gère en heures, pas en jours.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outillé les 5 axes en fonctions déterministes et vérifiées (l'agent ne lit jamais les lignes brutes), puis enchaîné des agents qui diagnostiquent la crise et rédigent la réponse — chaque chiffre traçable jusqu'à un outil.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1/2 · PROPAGATION · LA VITESSE — LE CŒUR DE LA DYNAMIQUE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physique du déferlement : 7 h pour exploser, ×2 toutes les 2,8 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moto/Documents/datathon/analysis/figures_prop/velo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438349"/>
            <a:ext cx="6245352" cy="32614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78308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1911096"/>
            <a:ext cx="82296" cy="7680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7690104" y="18379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08392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montée : allumage 09 h → pic 16 h (26/03)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2935224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52360" y="3063240"/>
            <a:ext cx="82296" cy="7680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104" y="2990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2 / 2,8 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08392" y="3438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de doublement du volume pendant la montée (+28 %/h)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52360" y="4087368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52360" y="4215384"/>
            <a:ext cx="82296" cy="76809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690104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08392" y="4590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demi-vie : le volume retombe de moitié 7 h après le pic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525780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52360" y="5385816"/>
            <a:ext cx="82296" cy="9418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7690104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L'audience précède le volume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90104" y="5715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reach culmine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avant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volume : les grosses sources s'allument d'abord, la masse des relais suit.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(violet) et audience/reach (teal) par heure, 25–31 mars. Métriques calculées sur la série horaire (agent · outil timeline, velocity).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2/2 · COORDINATION · EST-CE ORCHESTRÉ ? SYNCHRONIE · CONCENTRATION · COMPORTEMENT DES COMPTES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amplification synchronisée par retweet — pas du copier-coller, ni des cellules isolées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moto/Documents/datathon/analysis/figures_coord/bur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438349"/>
            <a:ext cx="6245352" cy="32614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737360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1865376"/>
            <a:ext cx="82296" cy="8595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7690104" y="17922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3,7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08392" y="22402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retweets sont 3,7× plus groupés qu'un étalement uniforme sur la durée de vie des tweets (~25 h) : 30 % à moins de 60 s d'un autre (Δ = 60 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2944368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52360" y="3072384"/>
            <a:ext cx="82296" cy="8595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104" y="2999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0,6 %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08392" y="34472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copier-coller (même texte posté comme tweet original). Les « 82 % de duplication » = 100 % de retweets, identiques par nature — pas du copier-coller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52360" y="4151376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52360" y="4279392"/>
            <a:ext cx="82296" cy="85953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690104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1 535 · 14,7 %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08392" y="46542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amplificateurs à faible empreinte : message unique, peu de posts / d'abonnés — PROXY (aucune date de création)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5376672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52360" y="5504688"/>
            <a:ext cx="82296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7690104" y="5458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Concentration, pas des cellules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90104" y="57881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poignée de tweets-sources concentrent le volume. À Δ=60 s, 2 824 comptes forment </a:t>
            </a:r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grand composant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en exigeant des co-rafales répétées, il ne reste que des paires — amplification de masse, pas un anneau organisé.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3825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Rafales de retweets synchronisées / jour (même texte, ≥3 copies en &lt; 60 s). Source : agent · coordination + coordination_network (vérifiés 60/60). Signaux compatibles avec une amplification coordonnée — le retweet rapide existe aussi de façon organique ; ni preuve d'automatisation ni d'intention.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L'ACTION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chaîne d'agents qui diagnostique la crise — puis rédige la réponse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4 AGENTS ORCHESTRÉS, UNE SEULE SOURCE DE VÉRITÉ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Analyste → Relecteur → Stratège → Rédacteur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85416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319125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ancré : appelle les outils vérifiés, couvre les 5 axes, sort un rapport structuré.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38424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53689" y="19659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3145" y="218541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73145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3145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Relecteur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3145" y="319125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critique : vérifie que chaque @compte et chaque chiffre vient d'un outil. ≤ 1 reprise.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43473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58738" y="19659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8194" y="2185416"/>
            <a:ext cx="457200" cy="45720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78194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78194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Stratège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8194" y="319125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réponse : objectifs, audiences, axes, risques, KPIs — justifiés par un fait du diagnostic.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48522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263786" y="19659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83242" y="2185416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483242" y="2203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83242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Rédacteur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83242" y="319125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 communiqué, fil social, FAQ, éléments de langage — sans chiffre hors diagnostic.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175504"/>
            <a:ext cx="82296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1389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d'ancrage 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l'Analyste touche la donnée. Stratège et Rédacteur ne peuvent réutiliser que les faits du rapport — aucun nouveau chiffre ni @compte inventé. Multi-provider avec failover (Groq → Mistral) pour tenir le run malgré les quotas.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LUI FAIRE CONFIANCE · LA DONNÉE PILOTE, PAS LE MODÈLE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affirmation est traçable — ou elle ne sort pas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56816"/>
            <a:ext cx="82296" cy="9784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836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/ 55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331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de cohérence : la sortie de chaque outil est ré-assertée contre les chiffres canoniques (key_figures.json).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328416"/>
            <a:ext cx="82296" cy="9784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2552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chiffre libre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4672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l'auditeur déterministe rejette tout @compte absent du corpus et tout nombre absent des sorties d'outils.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700016"/>
            <a:ext cx="82296" cy="97840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6268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 neutre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4672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intégré : « signaux compatibles avec une amplification coordonnée », jamais « bots prouvés ».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5715000" cy="4251960"/>
          </a:xfrm>
          <a:prstGeom prst="roundRect">
            <a:avLst>
              <a:gd name="adj" fmla="val 172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975104"/>
            <a:ext cx="82296" cy="39593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2011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garde-fous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99632" y="2560320"/>
            <a:ext cx="5257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déterministes : l'agent ne lit jamais les lignes brutes, seulement des résultats vérifiés.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= outil = vérif : les graphiques importent les mêmes fonctions que l'agent.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 avant stratégie : une reprise automatique si un fait fabriqué est détecté.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explicites : « comptes récents » est un proxy assumé (aucune date de création dans la donnée).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: outils Corpus (pandas/scikit-learn/networkx) · agents LangChain · verify_tools.py.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· UNE QUESTION EN LANGAGE NATUREL → UN DOSSIER DE RÉPONSE COMPLET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direct : « Est-ce organique ou coordonné, et comment répondre ? 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141B33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/ enregistrement de la démo CLI — orchestrateur.py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8288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26680" y="1956816"/>
            <a:ext cx="82296" cy="7040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964424" y="1883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Analyste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82712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appels d'outils → diagnostic 5 axes ancré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289864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26680" y="3026664"/>
            <a:ext cx="82296" cy="704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964424" y="2953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Relecteur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82712" y="34015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: 0 chiffre non sourcé, ton neutre 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3968496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26680" y="4096512"/>
            <a:ext cx="82296" cy="70408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964424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Stratège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82712" y="44714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: objectifs, axes, KPIs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503834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26680" y="5166360"/>
            <a:ext cx="82296" cy="7040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964424" y="5093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Rédacteur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82712" y="55412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communiqué + fil + FAQ + éléments de langage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 .venv/bin/python agent/orchestrateur.py "&lt;question&gt;" — sorties mises en cache dans agent/out/.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AGENTS PRODUISENT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réponse de crise prête à publier, ancrée dans le diagnostic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AUTOMATISÉS · GÉNÉRÉS PAR LE RÉDACTEUR, SANS CHIFFRE HORS DIAGNOSTIC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kit de réponse de crise, prêt à relire et publier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706624" cy="2834640"/>
          </a:xfrm>
          <a:prstGeom prst="roundRect">
            <a:avLst>
              <a:gd name="adj" fmla="val 270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706624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031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Communiqué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officielle du CNC : reconnaît les faits, cadre la dynamique, pose la ligne — ton neutre.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4136" y="1874520"/>
            <a:ext cx="2706624" cy="2834640"/>
          </a:xfrm>
          <a:prstGeom prst="roundRect">
            <a:avLst>
              <a:gd name="adj" fmla="val 270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874520"/>
            <a:ext cx="2706624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1031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 social ≤ 280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75304" y="278892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X point par point pour reprendre la main dans le canal où la crise s'est jouée.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2706624" cy="2834640"/>
          </a:xfrm>
          <a:prstGeom prst="roundRect">
            <a:avLst>
              <a:gd name="adj" fmla="val 270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874520"/>
            <a:ext cx="2706624" cy="8229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031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récurrentes anticipées (argent public, bénéficiaires) avec réponses factuelles.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25128" y="1874520"/>
            <a:ext cx="2706624" cy="2834640"/>
          </a:xfrm>
          <a:prstGeom prst="roundRect">
            <a:avLst>
              <a:gd name="adj" fmla="val 270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25128" y="1874520"/>
            <a:ext cx="2706624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9226296" y="21031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Éléments de langage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26296" y="278892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Messages-clés pour porte-parole et relais internes — cohérents avec le communiqué.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84064"/>
            <a:ext cx="82296" cy="667512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04748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de sortie 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Rédacteur n'a pas accès au corpus — un audit final rejette tout @compte ou chiffre absent du diagnostic. La réponse reste factuelle par construction.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· POUR UNE CELLULE DE CRISE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veille manuelle à une réponse ancrée, en minutes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30168" cy="1554480"/>
          </a:xfrm>
          <a:prstGeom prst="roundRect">
            <a:avLst>
              <a:gd name="adj" fmla="val 470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31136"/>
            <a:ext cx="82296" cy="12984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57984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Heures → minutes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5 axes + plan + livrables en un seul run orchestré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2103120"/>
            <a:ext cx="3630168" cy="1554480"/>
          </a:xfrm>
          <a:prstGeom prst="roundRect">
            <a:avLst>
              <a:gd name="adj" fmla="val 470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2231136"/>
            <a:ext cx="82296" cy="12984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57984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Reproductible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44568" y="260604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remappez les colonnes dans config.yaml → l'analyse tourne sur n'importe quel corpus de tweets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2103120"/>
            <a:ext cx="3630168" cy="1554480"/>
          </a:xfrm>
          <a:prstGeom prst="roundRect">
            <a:avLst>
              <a:gd name="adj" fmla="val 470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28432" y="2231136"/>
            <a:ext cx="82296" cy="129844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157984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Traçable &amp; neutre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84464" y="260604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chiffre remonte à un outil vérifié ; le ton reste factuel par garde-fou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109960" cy="1920240"/>
          </a:xfrm>
          <a:prstGeom prst="roundRect">
            <a:avLst>
              <a:gd name="adj" fmla="val 381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69664"/>
            <a:ext cx="82296" cy="16276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assumées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46177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Comptes récents » non mesurable directement (pas de date de création) → proxy à faible empreinte, étiqueté comme tel.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décrit des signaux, pas une intention prouvée. Décision humaine toujours dans la boucle.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la dynamique, ancrer chaque chiffre, automatiser la réponse — dans le respect d'un ton neutre.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agent/orchestrateur.py · outils vérifiés 55/55 · corpus Ultia × CNC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Ultia x CNC — Jour 2 (pitch)</dc:title>
  <dc:subject>PptxGenJS Presentation</dc:subject>
  <dc:creator>Datathon</dc:creator>
  <cp:lastModifiedBy>Datathon</cp:lastModifiedBy>
  <cp:revision>1</cp:revision>
  <dcterms:created xsi:type="dcterms:W3CDTF">2026-07-03T11:16:41Z</dcterms:created>
  <dcterms:modified xsi:type="dcterms:W3CDTF">2026-07-03T11:16:41Z</dcterms:modified>
</cp:coreProperties>
</file>